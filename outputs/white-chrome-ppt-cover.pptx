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5734a1385a408e" /><Relationship Type="http://schemas.openxmlformats.org/officeDocument/2006/relationships/extended-properties" Target="/docProps/app.xml" Id="R843ed7ac570e4385" /><Relationship Type="http://schemas.openxmlformats.org/officeDocument/2006/relationships/officeDocument" Target="/ppt/presentation.xml" Id="Rce04253b965b4d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5eb347ec8c48d8"/>
  </p:sldMasterIdLst>
  <p:notesMasterIdLst>
    <p:notesMasterId xmlns:r="http://schemas.openxmlformats.org/officeDocument/2006/relationships" r:id="Rb6a848df7a0e4000"/>
  </p:notesMasterIdLst>
  <p:sldIdLst>
    <p:sldId xmlns:r="http://schemas.openxmlformats.org/officeDocument/2006/relationships" id="256" r:id="R9df6366cf2094a6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c5ee75aa444c7e" /><Relationship Type="http://schemas.openxmlformats.org/officeDocument/2006/relationships/slideMaster" Target="/ppt/slideMasters/slideMaster1.xml" Id="Reb5eb347ec8c48d8" /><Relationship Type="http://schemas.openxmlformats.org/officeDocument/2006/relationships/notesMaster" Target="/ppt/notesMasters/notesMaster1.xml" Id="Rb6a848df7a0e4000" /><Relationship Type="http://schemas.openxmlformats.org/officeDocument/2006/relationships/presProps" Target="/ppt/presProps.xml" Id="R4078d7bc30a44a3e" /><Relationship Type="http://schemas.openxmlformats.org/officeDocument/2006/relationships/tableStyles" Target="/ppt/tableStyles.xml" Id="R3787cae2b3eb48f3" /><Relationship Type="http://schemas.openxmlformats.org/officeDocument/2006/relationships/slide" Target="/ppt/slides/slide1.xml" Id="R9df6366cf2094a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26c12ba0004a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2f199c89894a0f" /><Relationship Type="http://schemas.openxmlformats.org/officeDocument/2006/relationships/notesMaster" Target="/ppt/notesMasters/notesMaster1.xml" Id="Rfca6c5d625234c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fdbe62e20640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190568f5bd41e3" /><Relationship Type="http://schemas.openxmlformats.org/officeDocument/2006/relationships/slideLayout" Target="/ppt/slideLayouts/slideLayout1.xml" Id="R68d69b7377244c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d69b7377244c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61670dd984bbc" /><Relationship Type="http://schemas.openxmlformats.org/officeDocument/2006/relationships/image" Target="/ppt/media/image.png" Id="R5077053f086846d5" /><Relationship Type="http://schemas.openxmlformats.org/officeDocument/2006/relationships/notesSlide" Target="/ppt/notesSlides/notesSlide1.xml" Id="Rea425103a58d41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7053f086846d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mint-outline-frame">
            <a:extLst xmlns:a="http://schemas.openxmlformats.org/drawingml/2006/main">
              <a:ext uri="{FF2B5EF4-FFF2-40B4-BE49-F238E27FC236}">
                <a16:creationId xmlns:a16="http://schemas.microsoft.com/office/drawing/2014/main" id="{6B80C64C-49C8-4501-9842-B55675C4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09575"/>
            <a:ext cx="11296650" cy="603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73C39A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A998DD1-AAA1-4CDB-B434-08B5B1FC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810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35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6635D"/>
                </a:solidFill>
                <a:latin typeface="Noto Sans KR"/>
                <a:ea typeface="Noto Sans KR"/>
                <a:cs typeface="Noto Sans KR"/>
              </a:rPr>
              <a:t>정보 가이드</a:t>
            </a:r>
          </a:p>
        </p:txBody>
      </p:sp>
      <p:sp>
        <p:nvSpPr>
          <p:cNvPr id="4" name="title-line-1">
            <a:extLst xmlns:a="http://schemas.openxmlformats.org/drawingml/2006/main">
              <a:ext uri="{FF2B5EF4-FFF2-40B4-BE49-F238E27FC236}">
                <a16:creationId xmlns:a16="http://schemas.microsoft.com/office/drawing/2014/main" id="{01F3934C-6944-48C6-BE6D-C633C9ED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552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4221C"/>
                </a:solidFill>
                <a:latin typeface="Noto Sans KR"/>
                <a:ea typeface="Noto Sans KR"/>
                <a:cs typeface="Noto Sans KR"/>
              </a:defRPr>
            </a:pPr>
            <a:r>
              <a:rPr sz="5700" b="1">
                <a:solidFill>
                  <a:srgbClr val="14221C"/>
                </a:solidFill>
                <a:latin typeface="Noto Sans KR"/>
                <a:ea typeface="Noto Sans KR"/>
                <a:cs typeface="Noto Sans KR"/>
              </a:rPr>
              <a:t>비즈니스와</a:t>
            </a:r>
          </a:p>
        </p:txBody>
      </p:sp>
      <p:sp>
        <p:nvSpPr>
          <p:cNvPr id="5" name="title-line-2">
            <a:extLst xmlns:a="http://schemas.openxmlformats.org/drawingml/2006/main">
              <a:ext uri="{FF2B5EF4-FFF2-40B4-BE49-F238E27FC236}">
                <a16:creationId xmlns:a16="http://schemas.microsoft.com/office/drawing/2014/main" id="{89974615-8F21-4F65-897C-FF496F84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657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2BCF7C"/>
                </a:solidFill>
                <a:latin typeface="Noto Sans KR"/>
                <a:ea typeface="Noto Sans KR"/>
                <a:cs typeface="Noto Sans KR"/>
              </a:defRPr>
            </a:pPr>
            <a:r>
              <a:rPr sz="5700" b="1">
                <a:solidFill>
                  <a:srgbClr val="2BCF7C"/>
                </a:solidFill>
                <a:latin typeface="Noto Sans KR"/>
                <a:ea typeface="Noto Sans KR"/>
                <a:cs typeface="Noto Sans KR"/>
              </a:rPr>
              <a:t>직장에서의 기술</a:t>
            </a:r>
          </a:p>
        </p:txBody>
      </p:sp>
      <p:sp>
        <p:nvSpPr>
          <p:cNvPr id="6" name="subtitle-accent">
            <a:extLst xmlns:a="http://schemas.openxmlformats.org/drawingml/2006/main">
              <a:ext uri="{FF2B5EF4-FFF2-40B4-BE49-F238E27FC236}">
                <a16:creationId xmlns:a16="http://schemas.microsoft.com/office/drawing/2014/main" id="{55860FE1-4FD6-489C-A8AD-9E8BCC3C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CF7C"/>
          </a:solidFill>
          <a:ln xmlns:a="http://schemas.openxmlformats.org/drawingml/2006/main" w="0">
            <a:solidFill>
              <a:srgbClr val="2BCF7C"/>
            </a:solidFill>
            <a:prstDash val="solid"/>
          </a:ln>
        </p:spPr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27BAEE4F-ECF8-4DC1-A940-ECE7EFE5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43550"/>
            <a:ext cx="581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6524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6524C"/>
                </a:solidFill>
                <a:latin typeface="Noto Sans KR"/>
                <a:ea typeface="Noto Sans KR"/>
                <a:cs typeface="Noto Sans KR"/>
              </a:rPr>
              <a:t>기술이 비즈니스와 직장을 변화시키는 방법 살펴보기</a:t>
            </a:r>
          </a:p>
        </p:txBody>
      </p:sp>
    </p:spTree>
    <p:extLst>
      <p:ext uri="{BB962C8B-B14F-4D97-AF65-F5344CB8AC3E}">
        <p14:creationId xmlns:p14="http://schemas.microsoft.com/office/powerpoint/2010/main" val="1456680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2026-07-16T19:54:02.5920000Z</dcterms:created>
  <dcterms:modified xsi:type="dcterms:W3CDTF">2026-07-16T19:54:02.5920000Z</dcterms:modified>
</coreProperties>
</file>